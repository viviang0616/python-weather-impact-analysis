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091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356B36"/>
          </a:solidFill>
          <a:ln w="12700">
            <a:solidFill>
              <a:srgbClr val="356B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356B36"/>
          </a:solidFill>
          <a:ln w="12700">
            <a:solidFill>
              <a:srgbClr val="356B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685800" cy="6858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AGRICLIMATE SOLUTIONS LIMITED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Impact Analysis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Python project comparing daily weather conditions and crop risk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farm locations — Kaduna and Benue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Vivian Moyosore Gomes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 •  Python  •  Jupyter Notebook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Analysis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need a quick way to understand whether today's weather puts their crops at risk so they know when to act (e.g. irrigate) and when conditions are safe to leave alone.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program does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farm's daily weather report as input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rainfall gap and temperature margin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whether growing conditions are favorable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farm manager if action is required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  <a:effectLst>
            <a:outerShdw blurRad="762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farms, one growing season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75120" y="233172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52360" y="2331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Kaduna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• warm, humid conditions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75120" y="3154680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52360" y="3154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• hotter, drier conditions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3977640"/>
            <a:ext cx="4480560" cy="0"/>
          </a:xfrm>
          <a:prstGeom prst="line">
            <a:avLst/>
          </a:prstGeom>
          <a:noFill/>
          <a:ln w="12700">
            <a:solidFill>
              <a:srgbClr val="E3E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16052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farm reports the same 9 fields: location, crop, temperature, rainfall, humidity, wind speed, minimum rainfall required, maximum safe temperature, and irrigation availability.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Analysis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concepts applied, step by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weather field with an appropriate data type (string, int, bool)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1892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rainfall difference and temperature margin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0" y="18928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75320" y="2560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later rainfall to get an updated total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1330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rainfall vs requirement, temperature vs safe limit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12080" y="41330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logic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526280" y="48006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checks with and / or to judge conditions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4160520"/>
            <a:ext cx="502920" cy="5029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61120" y="413308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275320" y="48006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formatted Weather Impact Analysis 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Analysis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Kaduna Farm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 • warm, humid conditions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59436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0" y="5943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31°C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26mm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rainfall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+4°C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margin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available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requirement met (26mm ≥ 20mm)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within safe limit (31°C ≤ 35°C)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available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3566160"/>
            <a:ext cx="5303520" cy="2423160"/>
          </a:xfrm>
          <a:prstGeom prst="roundRect">
            <a:avLst>
              <a:gd name="adj" fmla="val 4528"/>
            </a:avLst>
          </a:prstGeom>
          <a:solidFill>
            <a:srgbClr val="EAF2E9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takeaway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29400" y="42062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requirement is met and temperature stays within the safe range, so conditions favor healthy maize growth. No immediate intervention is needed.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Analysis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Benue Farm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• hotter, drier conditions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52560" y="59436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0" y="5943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38°C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20mm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rainfall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-3°C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margin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6916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8745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0" y="2606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available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65760" cy="36576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requirement met (20mm &lt; 25mm)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365760" cy="36576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4480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within safe limit (38°C &gt; 35°C)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4983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available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09360" y="3566160"/>
            <a:ext cx="5303520" cy="2423160"/>
          </a:xfrm>
          <a:prstGeom prst="roundRect">
            <a:avLst>
              <a:gd name="adj" fmla="val 4528"/>
            </a:avLst>
          </a:prstGeom>
          <a:solidFill>
            <a:srgbClr val="F7E7E9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takeaway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29400" y="42062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falls short, temperature exceeds the safe limit, and there is no irrigation to fall back on. This farm needs the manager's attention first.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Analysis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Kaduna vs. Benue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analysis, two very different outcomes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023360"/>
        </p:xfrm>
        <a:graphic>
          <a:graphicData uri="http://schemas.openxmlformats.org/drawingml/2006/table">
            <a:tbl>
              <a:tblPr/>
              <a:tblGrid>
                <a:gridCol w="4233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Kaduna (Maize)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Benue (Rice)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rainfall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 requirement 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within safe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Unfavorable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manager attention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AF2E9"/>
          </a:solidFill>
          <a:ln w="12700">
            <a:solidFill>
              <a:srgbClr val="DDE5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3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Kaduna has favorable growing conditions; Benue needs the extension officer's visit first.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Analysis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966960" y="4937760"/>
            <a:ext cx="3291840" cy="3291840"/>
          </a:xfrm>
          <a:prstGeom prst="ellipse">
            <a:avLst/>
          </a:prstGeom>
          <a:solidFill>
            <a:srgbClr val="356B36"/>
          </a:solidFill>
          <a:ln w="12700">
            <a:solidFill>
              <a:srgbClr val="356B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Kaduna received more rainfall and stayed within the safe temperature range — conditions are favorable for maize.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19456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Benue fell short on rainfall, exceeded the safe temperature limit, and has no irrigation — it needs attention first.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extension officer, I would visit Benue first: it has the most weather-related risk to its crop.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3931920" cy="4206240"/>
          </a:xfrm>
          <a:prstGeom prst="roundRect">
            <a:avLst>
              <a:gd name="adj" fmla="val 3256"/>
            </a:avLst>
          </a:prstGeom>
          <a:solidFill>
            <a:srgbClr val="234B24"/>
          </a:solidFill>
          <a:ln w="12700">
            <a:solidFill>
              <a:srgbClr val="356B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practiced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01000" y="205740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logic (and / or)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reasoning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print reporting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0" y="4343400"/>
            <a:ext cx="3291840" cy="0"/>
          </a:xfrm>
          <a:prstGeom prst="line">
            <a:avLst/>
          </a:prstGeom>
          <a:noFill/>
          <a:ln w="12700">
            <a:solidFill>
              <a:srgbClr val="356B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45262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full notebook and code on my GitHub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01000" y="5166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621</Words>
  <Application>Microsoft Office PowerPoint</Application>
  <PresentationFormat>Widescreen</PresentationFormat>
  <Paragraphs>146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2026-07-22T11:07:43Z</dcterms:created>
  <dcterms:modified xsi:type="dcterms:W3CDTF">2026-07-22T11:18:06Z</dcterms:modified>
</cp:coreProperties>
</file>